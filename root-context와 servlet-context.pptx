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1"/>
  </p:handout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1880850" cy="72009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1" autoAdjust="0"/>
    <p:restoredTop sz="94662" autoAdjust="0"/>
  </p:normalViewPr>
  <p:slideViewPr>
    <p:cSldViewPr>
      <p:cViewPr varScale="1">
        <p:scale>
          <a:sx n="72" d="100"/>
          <a:sy n="72" d="100"/>
        </p:scale>
        <p:origin x="-482" y="-46"/>
      </p:cViewPr>
      <p:guideLst>
        <p:guide orient="horz" pos="2268"/>
        <p:guide pos="37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-2544" y="-6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78177-F00D-4155-8FEC-18E978690E29}" type="datetimeFigureOut">
              <a:rPr lang="ko-KR" altLang="en-US" smtClean="0"/>
              <a:t>2022-02-23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F2678-334F-4891-A45A-CB0F135AEAB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91065" y="2236947"/>
            <a:ext cx="10098723" cy="154352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782129" y="4080510"/>
            <a:ext cx="8316595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96A6-8BAF-4B66-A947-8752E86178FD}" type="datetimeFigureOut">
              <a:rPr lang="ko-KR" altLang="en-US" smtClean="0"/>
              <a:t>2022-02-23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00967-B088-4202-8431-A649D9DD1DB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96A6-8BAF-4B66-A947-8752E86178FD}" type="datetimeFigureOut">
              <a:rPr lang="ko-KR" altLang="en-US" smtClean="0"/>
              <a:t>2022-02-23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00967-B088-4202-8431-A649D9DD1DB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38506" y="4627247"/>
            <a:ext cx="10098723" cy="143017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38506" y="3052049"/>
            <a:ext cx="10098723" cy="157519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96A6-8BAF-4B66-A947-8752E86178FD}" type="datetimeFigureOut">
              <a:rPr lang="ko-KR" altLang="en-US" smtClean="0"/>
              <a:t>2022-02-23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00967-B088-4202-8431-A649D9DD1DB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71430" y="1260158"/>
            <a:ext cx="6847990" cy="356377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817434" y="1260158"/>
            <a:ext cx="6847990" cy="356377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96A6-8BAF-4B66-A947-8752E86178FD}" type="datetimeFigureOut">
              <a:rPr lang="ko-KR" altLang="en-US" smtClean="0"/>
              <a:t>2022-02-23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00967-B088-4202-8431-A649D9DD1DB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4044" y="288371"/>
            <a:ext cx="1069276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94043" y="1611869"/>
            <a:ext cx="5249439" cy="67175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94043" y="2283619"/>
            <a:ext cx="5249439" cy="41488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035308" y="1611869"/>
            <a:ext cx="5251501" cy="67175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035308" y="2283619"/>
            <a:ext cx="5251501" cy="41488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96A6-8BAF-4B66-A947-8752E86178FD}" type="datetimeFigureOut">
              <a:rPr lang="ko-KR" altLang="en-US" smtClean="0"/>
              <a:t>2022-02-23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00967-B088-4202-8431-A649D9DD1DB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96A6-8BAF-4B66-A947-8752E86178FD}" type="datetimeFigureOut">
              <a:rPr lang="ko-KR" altLang="en-US" smtClean="0"/>
              <a:t>2022-02-23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00967-B088-4202-8431-A649D9DD1DB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96A6-8BAF-4B66-A947-8752E86178FD}" type="datetimeFigureOut">
              <a:rPr lang="ko-KR" altLang="en-US" smtClean="0"/>
              <a:t>2022-02-23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00967-B088-4202-8431-A649D9DD1DB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4043" y="286702"/>
            <a:ext cx="3908718" cy="122015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45083" y="286704"/>
            <a:ext cx="6641725" cy="61457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94043" y="1506857"/>
            <a:ext cx="3908718" cy="49256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96A6-8BAF-4B66-A947-8752E86178FD}" type="datetimeFigureOut">
              <a:rPr lang="ko-KR" altLang="en-US" smtClean="0"/>
              <a:t>2022-02-23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00967-B088-4202-8431-A649D9DD1DB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28730" y="5040630"/>
            <a:ext cx="7128510" cy="5950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28730" y="643413"/>
            <a:ext cx="7128510" cy="432054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28730" y="5635705"/>
            <a:ext cx="7128510" cy="84510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96A6-8BAF-4B66-A947-8752E86178FD}" type="datetimeFigureOut">
              <a:rPr lang="ko-KR" altLang="en-US" smtClean="0"/>
              <a:t>2022-02-23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00967-B088-4202-8431-A649D9DD1DB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96A6-8BAF-4B66-A947-8752E86178FD}" type="datetimeFigureOut">
              <a:rPr lang="ko-KR" altLang="en-US" smtClean="0"/>
              <a:t>2022-02-23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00967-B088-4202-8431-A649D9DD1DB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1191926" y="216694"/>
            <a:ext cx="3473499" cy="460724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71431" y="216694"/>
            <a:ext cx="10222481" cy="460724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96A6-8BAF-4B66-A947-8752E86178FD}" type="datetimeFigureOut">
              <a:rPr lang="ko-KR" altLang="en-US" smtClean="0"/>
              <a:t>2022-02-23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00967-B088-4202-8431-A649D9DD1DB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94044" y="288371"/>
            <a:ext cx="10692765" cy="1200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94044" y="1680211"/>
            <a:ext cx="10692765" cy="4752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94043" y="6674168"/>
            <a:ext cx="2772198" cy="3833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596A6-8BAF-4B66-A947-8752E86178FD}" type="datetimeFigureOut">
              <a:rPr lang="ko-KR" altLang="en-US" smtClean="0"/>
              <a:t>2022-02-23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59292" y="6674168"/>
            <a:ext cx="3762269" cy="3833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514609" y="6674168"/>
            <a:ext cx="2772198" cy="3833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00967-B088-4202-8431-A649D9DD1DB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공통으로 사용할 빈은 </a:t>
            </a:r>
            <a:r>
              <a:rPr lang="en-US" altLang="ko-KR" dirty="0" smtClean="0"/>
              <a:t>root-context.xml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확장자</a:t>
            </a:r>
            <a:r>
              <a:rPr lang="ko-KR" altLang="en-US" dirty="0" smtClean="0"/>
              <a:t> </a:t>
            </a:r>
            <a:r>
              <a:rPr lang="en-US" altLang="ko-KR" dirty="0" smtClean="0"/>
              <a:t>net</a:t>
            </a:r>
            <a:r>
              <a:rPr lang="ko-KR" altLang="en-US" dirty="0" smtClean="0"/>
              <a:t>을 처리하는 </a:t>
            </a:r>
            <a:r>
              <a:rPr lang="en-US" altLang="ko-KR" dirty="0" err="1"/>
              <a:t>DispatcherServlet</a:t>
            </a: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와</a:t>
            </a:r>
            <a:endParaRPr lang="en-US" altLang="ko-KR" dirty="0" smtClean="0"/>
          </a:p>
          <a:p>
            <a:r>
              <a:rPr lang="ko-KR" altLang="en-US" dirty="0" err="1" smtClean="0"/>
              <a:t>확장자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bo</a:t>
            </a:r>
            <a:r>
              <a:rPr lang="ko-KR" altLang="en-US" dirty="0" smtClean="0"/>
              <a:t>를 처리하는 </a:t>
            </a:r>
            <a:r>
              <a:rPr lang="en-US" altLang="ko-KR" dirty="0" err="1"/>
              <a:t>DispatcherServlet</a:t>
            </a:r>
            <a:r>
              <a:rPr lang="en-US" altLang="ko-KR" dirty="0" smtClean="0"/>
              <a:t> </a:t>
            </a:r>
            <a:r>
              <a:rPr lang="ko-KR" altLang="en-US" dirty="0" smtClean="0"/>
              <a:t>두 개 만들고 </a:t>
            </a:r>
            <a:endParaRPr lang="en-US" altLang="ko-KR" dirty="0" smtClean="0"/>
          </a:p>
          <a:p>
            <a:r>
              <a:rPr lang="ko-KR" altLang="en-US" dirty="0" smtClean="0"/>
              <a:t>각각의 </a:t>
            </a:r>
            <a:r>
              <a:rPr lang="en-US" altLang="ko-KR" dirty="0" smtClean="0"/>
              <a:t>component-scan </a:t>
            </a:r>
            <a:r>
              <a:rPr lang="ko-KR" altLang="en-US" dirty="0" smtClean="0"/>
              <a:t>영역을 줍니다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각각의 컨트롤러에서 </a:t>
            </a:r>
            <a:r>
              <a:rPr lang="en-US" altLang="ko-KR" dirty="0" smtClean="0"/>
              <a:t>root-context.xml</a:t>
            </a:r>
            <a:r>
              <a:rPr lang="ko-KR" altLang="en-US" dirty="0" smtClean="0"/>
              <a:t>에서 만든 빈은 모두 접근 가능했지만 </a:t>
            </a:r>
            <a:r>
              <a:rPr lang="ko-KR" altLang="en-US" dirty="0" smtClean="0"/>
              <a:t>스캔영역이 다른 객체를 주입하고자 하면 오류 발생함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593725" y="314303"/>
          <a:ext cx="10693400" cy="2928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3400"/>
              </a:tblGrid>
              <a:tr h="2928957">
                <a:tc>
                  <a:txBody>
                    <a:bodyPr/>
                    <a:lstStyle/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&lt;!-- The definition of the Root Spring Container shared by all </a:t>
                      </a:r>
                      <a:r>
                        <a:rPr lang="en-US" altLang="ko-KR" sz="1800" b="1" u="sng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Servlets</a:t>
                      </a:r>
                      <a:r>
                        <a:rPr lang="en-US" altLang="ko-KR" sz="18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and Filters --&gt;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&lt;context-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-name&gt;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contextConfigLocation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-name&gt;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-value&gt;/WEB-INF/spring/root-context.xml&lt;/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-value&gt;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&lt;/context-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endParaRPr lang="ko-KR" altLang="en-US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&lt;!-- Creates the Spring Container shared by all </a:t>
                      </a:r>
                      <a:r>
                        <a:rPr lang="en-US" altLang="ko-KR" sz="1800" b="1" u="sng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Servlets</a:t>
                      </a:r>
                      <a:r>
                        <a:rPr lang="en-US" altLang="ko-KR" sz="18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and Filters --&gt;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&lt;listener&gt;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&lt;listener-class&gt;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org.springframework.web.context.ContextLoaderListener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&lt;/listener-class&gt;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&lt;/listener&gt;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725451" y="3529012"/>
          <a:ext cx="10429948" cy="28346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2994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&lt;?xml version=</a:t>
                      </a:r>
                      <a:r>
                        <a:rPr lang="en-US" altLang="ko-KR" sz="1800" b="1" i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"1.0" encoding="UTF-8"?&gt;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&lt;beans 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xmlns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altLang="ko-KR" sz="1800" b="1" i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"http://www.springframework.org/schema/beans"</a:t>
                      </a:r>
                    </a:p>
                    <a:p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xmlns:xsi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altLang="ko-KR" sz="1800" b="1" i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"http://www.w3.org/2001/XMLSchema-instance"</a:t>
                      </a:r>
                    </a:p>
                    <a:p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xsi:schemaLocation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altLang="ko-KR" sz="1800" b="1" i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"http://www.springframework.org/schema/beans https://www.springframework.org/schema/beans/spring-beans.xsd"&gt;</a:t>
                      </a:r>
                    </a:p>
                    <a:p>
                      <a:endParaRPr lang="ko-KR" altLang="en-US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&lt;!-- Root Context: defines shared resources visible to all other web components --&gt;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&lt;bean id=</a:t>
                      </a:r>
                      <a:r>
                        <a:rPr lang="en-US" altLang="ko-KR" sz="1800" b="1" i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"common" class="</a:t>
                      </a:r>
                      <a:r>
                        <a:rPr lang="en-US" altLang="ko-KR" sz="1800" b="1" i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com.naver.myhome.Common</a:t>
                      </a:r>
                      <a:r>
                        <a:rPr lang="en-US" altLang="ko-KR" sz="1800" b="1" i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"/&gt;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&lt;/beans&gt;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593725" y="314303"/>
          <a:ext cx="106934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3400"/>
              </a:tblGrid>
              <a:tr h="2928957">
                <a:tc>
                  <a:txBody>
                    <a:bodyPr/>
                    <a:lstStyle/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-name&gt;member&lt;/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-name&gt;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-class&gt;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org.springframework.web.servlet.DispatcherServlet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-class&gt;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&lt;init-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-name&gt;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contextConfigLocation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-name&gt;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-value&gt;/WEB-INF/spring/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appServlet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/member-context.xml&lt;/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-value&gt;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&lt;/init-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&lt;load-on-startup&gt;1&lt;/load-on-startup&gt;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endParaRPr lang="ko-KR" altLang="en-US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-mapping&gt;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-name&gt;member&lt;/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-name&gt;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url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-pattern&gt;*.net&lt;/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url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-pattern&gt;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-mapping&gt;</a:t>
                      </a:r>
                      <a:endParaRPr lang="en-US" altLang="ko-KR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582575" y="4457706"/>
          <a:ext cx="10429948" cy="434911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29948"/>
              </a:tblGrid>
              <a:tr h="4349116">
                <a:tc>
                  <a:txBody>
                    <a:bodyPr/>
                    <a:lstStyle/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&lt;!-- Enables the Spring MVC @Controller programming model --&gt;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&lt;annotation-driven /&gt;</a:t>
                      </a:r>
                    </a:p>
                    <a:p>
                      <a:endParaRPr lang="ko-KR" altLang="en-US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&lt;!-- Handles HTTP GET requests for /resources/** by efficiently serving up static resources in the ${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webappRoot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}/resources directory --&gt;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&lt;resources mapping=</a:t>
                      </a:r>
                      <a:r>
                        <a:rPr lang="en-US" altLang="ko-KR" sz="1800" b="1" i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"/resources/**" location="/resources/" /&gt;</a:t>
                      </a:r>
                    </a:p>
                    <a:p>
                      <a:endParaRPr lang="ko-KR" altLang="en-US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&lt;!-- Resolves views selected for rendering by @Controllers to .</a:t>
                      </a:r>
                      <a:r>
                        <a:rPr lang="en-US" altLang="ko-KR" sz="1800" b="1" u="sng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jsp</a:t>
                      </a:r>
                      <a:r>
                        <a:rPr lang="en-US" altLang="ko-KR" sz="18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resources in the /WEB-INF/views directory --&gt;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beans:bean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class=</a:t>
                      </a:r>
                      <a:r>
                        <a:rPr lang="en-US" altLang="ko-KR" sz="1800" b="1" i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"org.springframework.web.servlet.view.InternalResourceViewResolver"&gt;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beans:property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name=</a:t>
                      </a:r>
                      <a:r>
                        <a:rPr lang="en-US" altLang="ko-KR" sz="1800" b="1" i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altLang="ko-KR" sz="1800" b="1" i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prefix" value="/WEB-INF/views/" /&gt;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beans:property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name=</a:t>
                      </a:r>
                      <a:r>
                        <a:rPr lang="en-US" altLang="ko-KR" sz="1800" b="1" i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altLang="ko-KR" sz="1800" b="1" i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suffix" value=".</a:t>
                      </a:r>
                      <a:r>
                        <a:rPr lang="en-US" altLang="ko-KR" sz="1800" b="1" i="1" u="sng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jsp</a:t>
                      </a:r>
                      <a:r>
                        <a:rPr lang="en-US" altLang="ko-KR" sz="1800" b="1" i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" /&gt;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beans:bean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endParaRPr lang="ko-KR" altLang="en-US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context:component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-scan base-package=</a:t>
                      </a:r>
                      <a:r>
                        <a:rPr lang="en-US" altLang="ko-KR" sz="1800" b="1" i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altLang="ko-KR" sz="1800" b="1" i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com.naver.myhome.member</a:t>
                      </a:r>
                      <a:r>
                        <a:rPr lang="en-US" altLang="ko-KR" sz="1800" b="1" i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" /&gt;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593725" y="314303"/>
          <a:ext cx="106934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3400"/>
              </a:tblGrid>
              <a:tr h="2928957">
                <a:tc>
                  <a:txBody>
                    <a:bodyPr/>
                    <a:lstStyle/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-name&gt;board&lt;/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-name&gt;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-class&gt;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org.springframework.web.servlet.DispatcherServlet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-class&gt;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&lt;init-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-name&gt;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contextConfigLocation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-name&gt;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-value&gt;/WEB-INF/spring/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appServlet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/board-context.xml&lt;/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-value&gt;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&lt;/init-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&lt;load-on-startup&gt;1&lt;/load-on-startup&gt;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endParaRPr lang="ko-KR" altLang="en-US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-mapping&gt;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-name&gt;board&lt;/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-name&gt;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url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-pattern&gt;*.</a:t>
                      </a:r>
                      <a:r>
                        <a:rPr lang="en-US" altLang="ko-KR" sz="1800" b="1" u="sng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bo</a:t>
                      </a:r>
                      <a:r>
                        <a:rPr lang="en-US" altLang="ko-KR" sz="18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800" b="1" u="sng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url</a:t>
                      </a:r>
                      <a:r>
                        <a:rPr lang="en-US" altLang="ko-KR" sz="18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-pattern&gt;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servlet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-mapping&gt;</a:t>
                      </a:r>
                      <a:endParaRPr lang="en-US" altLang="ko-KR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582575" y="4457706"/>
          <a:ext cx="10429948" cy="434911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29948"/>
              </a:tblGrid>
              <a:tr h="4349116">
                <a:tc>
                  <a:txBody>
                    <a:bodyPr/>
                    <a:lstStyle/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&lt;annotation-driven /&gt;</a:t>
                      </a:r>
                    </a:p>
                    <a:p>
                      <a:endParaRPr lang="ko-KR" altLang="en-US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&lt;!-- Handles HTTP GET requests for /resources/** by efficiently serving up static resources in the ${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webappRoot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}/resources directory --&gt;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&lt;resources mapping=</a:t>
                      </a:r>
                      <a:r>
                        <a:rPr lang="en-US" altLang="ko-KR" sz="1800" b="1" i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"/resources/**" location="/resources/" /&gt;</a:t>
                      </a:r>
                    </a:p>
                    <a:p>
                      <a:endParaRPr lang="ko-KR" altLang="en-US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&lt;!-- Resolves views selected for rendering by @Controllers to .</a:t>
                      </a:r>
                      <a:r>
                        <a:rPr lang="en-US" altLang="ko-KR" sz="1800" b="1" u="sng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jsp</a:t>
                      </a:r>
                      <a:r>
                        <a:rPr lang="en-US" altLang="ko-KR" sz="18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resources in the /WEB-INF/views directory --&gt;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beans:bean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class=</a:t>
                      </a:r>
                      <a:r>
                        <a:rPr lang="en-US" altLang="ko-KR" sz="1800" b="1" i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"org.springframework.web.servlet.view.InternalResourceViewResolver"&gt;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beans:property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name=</a:t>
                      </a:r>
                      <a:r>
                        <a:rPr lang="en-US" altLang="ko-KR" sz="1800" b="1" i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altLang="ko-KR" sz="1800" b="1" i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prefix" value="/WEB-INF/views/" /&gt;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beans:property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name=</a:t>
                      </a:r>
                      <a:r>
                        <a:rPr lang="en-US" altLang="ko-KR" sz="1800" b="1" i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altLang="ko-KR" sz="1800" b="1" i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suffix" value=".</a:t>
                      </a:r>
                      <a:r>
                        <a:rPr lang="en-US" altLang="ko-KR" sz="1800" b="1" i="1" u="sng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jsp</a:t>
                      </a:r>
                      <a:r>
                        <a:rPr lang="en-US" altLang="ko-KR" sz="1800" b="1" i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" /&gt;</a:t>
                      </a: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beans:bean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endParaRPr lang="ko-KR" altLang="en-US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context:component</a:t>
                      </a:r>
                      <a:r>
                        <a:rPr lang="en-US" altLang="ko-K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-scan base-package=</a:t>
                      </a:r>
                      <a:r>
                        <a:rPr lang="en-US" altLang="ko-KR" sz="1800" b="1" i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altLang="ko-KR" sz="1800" b="1" i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com.naver.myhome.board</a:t>
                      </a:r>
                      <a:r>
                        <a:rPr lang="en-US" altLang="ko-KR" sz="1800" b="1" i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" /&gt;</a:t>
                      </a:r>
                      <a:endParaRPr lang="en-US" altLang="ko-KR" sz="1800" b="1" i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6823" y="171426"/>
            <a:ext cx="3886200" cy="671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54475" y="171426"/>
            <a:ext cx="6135687" cy="204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54475" y="2314566"/>
            <a:ext cx="7231063" cy="3621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509" y="0"/>
            <a:ext cx="11144328" cy="6958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1426"/>
            <a:ext cx="8193703" cy="2752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509" y="3028946"/>
            <a:ext cx="9336087" cy="162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509" y="99988"/>
            <a:ext cx="9795987" cy="6500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368657" y="600054"/>
            <a:ext cx="8346966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4044" y="288370"/>
            <a:ext cx="10692765" cy="1669005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스캔영역이 다른 </a:t>
            </a:r>
            <a:r>
              <a:rPr lang="en-US" altLang="ko-KR" dirty="0" smtClean="0"/>
              <a:t>Member</a:t>
            </a:r>
            <a:r>
              <a:rPr lang="ko-KR" altLang="en-US" dirty="0" smtClean="0"/>
              <a:t>를 주입하고자 선언하면 빈을 찾지 못해 오류 발생합니다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5990" y="2528880"/>
            <a:ext cx="11450913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480</Words>
  <Application>Microsoft Office PowerPoint</Application>
  <PresentationFormat>사용자 지정</PresentationFormat>
  <Paragraphs>77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공통으로 사용할 빈은 root-context.xml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스캔영역이 다른 Member를 주입하고자 선언하면 빈을 찾지 못해 오류 발생합니다.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8</cp:revision>
  <dcterms:created xsi:type="dcterms:W3CDTF">2022-02-23T12:46:50Z</dcterms:created>
  <dcterms:modified xsi:type="dcterms:W3CDTF">2022-02-23T13:50:17Z</dcterms:modified>
</cp:coreProperties>
</file>